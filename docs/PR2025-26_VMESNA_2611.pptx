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8" r:id="rId3"/>
    <p:sldId id="259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8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D3D8B-F941-7A44-B495-413DB63A3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B23EC-11DF-5B40-9B28-3E40FA681C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431-2289-5947-8194-0CFC384CFC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1D374-B28A-3D41-A294-73C33793D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AA9A-0116-BE47-8880-25F32F2DB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7C52-DF7F-F947-B704-F0BAD17B1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3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8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C146EC-635D-434E-871A-999618A6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7" y="73152"/>
            <a:ext cx="2300583" cy="2228849"/>
          </a:xfrm>
          <a:ln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r>
              <a:rPr lang="pl-PL" b="1" dirty="0"/>
              <a:t>Kriminal v Sloveniji: Analiza podatkov za leto 2024</a:t>
            </a:r>
            <a:endParaRPr lang="pl-P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FDA8A2-4269-E344-ADF2-94E0D830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953" y="73152"/>
            <a:ext cx="6610190" cy="47274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Podatki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V</a:t>
            </a:r>
            <a:r>
              <a:rPr lang="en-US" sz="1600" dirty="0" err="1"/>
              <a:t>iri</a:t>
            </a:r>
            <a:r>
              <a:rPr lang="en-US" sz="1600" dirty="0"/>
              <a:t> </a:t>
            </a:r>
            <a:r>
              <a:rPr lang="en-US" sz="1600" dirty="0" err="1"/>
              <a:t>podatkov</a:t>
            </a:r>
            <a:r>
              <a:rPr lang="sl-SI" sz="1600" dirty="0"/>
              <a:t>: Odprti podatki Policije RS (</a:t>
            </a:r>
            <a:r>
              <a:rPr lang="sl-SI" sz="1100" u="sng" dirty="0"/>
              <a:t>https://www.policija.si/o-slovenski-policiji/statistika/kriminaliteta</a:t>
            </a:r>
            <a:r>
              <a:rPr lang="sl-SI" sz="2000" u="sng" dirty="0"/>
              <a:t>)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P</a:t>
            </a:r>
            <a:r>
              <a:rPr lang="en-US" sz="1600" dirty="0" err="1"/>
              <a:t>rvotni</a:t>
            </a:r>
            <a:r>
              <a:rPr lang="en-US" sz="1600" dirty="0"/>
              <a:t> </a:t>
            </a:r>
            <a:r>
              <a:rPr lang="en-US" sz="1600" dirty="0" err="1"/>
              <a:t>namen</a:t>
            </a:r>
            <a:r>
              <a:rPr lang="en-US" sz="1600" dirty="0"/>
              <a:t> </a:t>
            </a:r>
            <a:r>
              <a:rPr lang="en-US" sz="1600" dirty="0" err="1"/>
              <a:t>zbiranja</a:t>
            </a:r>
            <a:r>
              <a:rPr lang="sl-SI" sz="1600" dirty="0"/>
              <a:t>:</a:t>
            </a:r>
            <a:r>
              <a:rPr lang="en-US" sz="1600" dirty="0"/>
              <a:t> </a:t>
            </a:r>
            <a:r>
              <a:rPr lang="sl-SI" sz="1600" dirty="0"/>
              <a:t>Statistično spremljanje kriminalitete, načrtovanje policijskega dela in informiranje javnosti</a:t>
            </a:r>
          </a:p>
          <a:p>
            <a:pPr>
              <a:buFontTx/>
              <a:buChar char="-"/>
            </a:pPr>
            <a:r>
              <a:rPr lang="sl-SI" sz="1600" dirty="0"/>
              <a:t>Tip podatkov: Statistike, kategorije; Obseg podatkov: 110.452 vrstic, 65.297 unikatnih kaznivih dejanj, 8 policijskih uprav, 60 upravnih enot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Visok delež neznanih vrednosti ("NN") pri vplivu substanc (alkohol, mamila) in demografskih podatkih.</a:t>
            </a:r>
          </a:p>
          <a:p>
            <a:pPr>
              <a:buFontTx/>
              <a:buChar char="-"/>
            </a:pPr>
            <a:r>
              <a:rPr lang="sl-SI" sz="1600" dirty="0" err="1"/>
              <a:t>Predprocesiranje</a:t>
            </a:r>
            <a:r>
              <a:rPr lang="sl-SI" sz="1600" dirty="0"/>
              <a:t>: Filtriranje in obravnava manjkajočih vrednosti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Glavna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r>
              <a:rPr lang="en-US" sz="1600" b="1" dirty="0"/>
              <a:t>/</a:t>
            </a:r>
            <a:r>
              <a:rPr lang="en-US" sz="1600" b="1" dirty="0" err="1"/>
              <a:t>cilji</a:t>
            </a:r>
            <a:r>
              <a:rPr lang="en-US" sz="1600" b="1" dirty="0"/>
              <a:t> </a:t>
            </a:r>
            <a:r>
              <a:rPr lang="en-US" sz="1600" b="1" dirty="0" err="1"/>
              <a:t>podatkovnega</a:t>
            </a:r>
            <a:r>
              <a:rPr lang="en-US" sz="1600" b="1" dirty="0"/>
              <a:t> </a:t>
            </a:r>
            <a:r>
              <a:rPr lang="en-US" sz="1600" b="1" dirty="0" err="1"/>
              <a:t>rudarjenja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Geografska analiza (kje je največ kriminala)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Kdaj se zgodi največ kaznivih dejanj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Najpogostejše vrste kaznivih dejanj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C06591-6F1C-3D47-A5E3-851DD4C33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57" y="2480808"/>
            <a:ext cx="2300583" cy="231979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sl-SI" dirty="0"/>
              <a:t>Matic </a:t>
            </a:r>
            <a:r>
              <a:rPr lang="sl-SI" dirty="0" err="1"/>
              <a:t>Grobolšek</a:t>
            </a:r>
            <a:endParaRPr lang="en-US" dirty="0"/>
          </a:p>
          <a:p>
            <a:r>
              <a:rPr lang="sl-SI" dirty="0"/>
              <a:t>Nika Kokalj</a:t>
            </a:r>
            <a:endParaRPr lang="en-US" dirty="0"/>
          </a:p>
          <a:p>
            <a:r>
              <a:rPr lang="sl-SI" dirty="0"/>
              <a:t>Enej </a:t>
            </a:r>
            <a:r>
              <a:rPr lang="sl-SI" dirty="0" err="1"/>
              <a:t>Tinauer</a:t>
            </a:r>
            <a:endParaRPr lang="en-US" dirty="0"/>
          </a:p>
          <a:p>
            <a:r>
              <a:rPr lang="sl-SI" dirty="0"/>
              <a:t>Klara Pirc Makše</a:t>
            </a:r>
            <a:endParaRPr lang="en-US" dirty="0"/>
          </a:p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DFD98F4-ADE1-F744-9B6A-4008988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312DDA-E7F7-8F45-A990-461B0008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786EEA-6C8C-664D-87E4-F9330A70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94EB-9AF8-C443-A38F-2140C80C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Geografska analiza: kje v Sloveniji se zgodi največ kriminala (absolutno število, </a:t>
            </a:r>
            <a:r>
              <a:rPr lang="sl-SI" sz="1600" dirty="0" err="1"/>
              <a:t>varianča</a:t>
            </a:r>
            <a:r>
              <a:rPr lang="sl-SI" sz="1600" dirty="0"/>
              <a:t> metoda), določanje podobnosti s k-</a:t>
            </a:r>
            <a:r>
              <a:rPr lang="sl-SI" sz="1600" dirty="0" err="1"/>
              <a:t>means</a:t>
            </a:r>
            <a:r>
              <a:rPr lang="sl-SI" sz="1600" dirty="0"/>
              <a:t> </a:t>
            </a:r>
            <a:r>
              <a:rPr lang="sl-SI" sz="1600" dirty="0" err="1"/>
              <a:t>gručenjem</a:t>
            </a:r>
            <a:endParaRPr lang="sl-SI" sz="1600" dirty="0"/>
          </a:p>
          <a:p>
            <a:r>
              <a:rPr lang="sl-SI" sz="1600" dirty="0"/>
              <a:t>Časovni vzorci: časovna porazdelitev po mesecih, po dnevih v tednu in po urah</a:t>
            </a:r>
          </a:p>
          <a:p>
            <a:r>
              <a:rPr lang="sl-SI" sz="1600" dirty="0"/>
              <a:t>Vrsta kaznivih dejanj: katera prevladujejo, analiza materialne škode, njena porazdelitev in KS test</a:t>
            </a:r>
            <a:endParaRPr lang="en-US" sz="1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FC9798E-C22A-6049-8D8E-80BEDDEA7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556" y="589356"/>
            <a:ext cx="446227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Ljubljana v količini kriminala izstopa</a:t>
            </a:r>
          </a:p>
          <a:p>
            <a:r>
              <a:rPr lang="sl-SI" sz="1600" dirty="0"/>
              <a:t>Normalizacija (kazniva dejanja na 1000 prebivalcev): gostota kriminala v Ljubljani je visoka</a:t>
            </a:r>
          </a:p>
          <a:p>
            <a:r>
              <a:rPr lang="sl-SI" sz="1600" dirty="0"/>
              <a:t>k-</a:t>
            </a:r>
            <a:r>
              <a:rPr lang="sl-SI" sz="1600" dirty="0" err="1"/>
              <a:t>means</a:t>
            </a:r>
            <a:r>
              <a:rPr lang="sl-SI" sz="1600" dirty="0"/>
              <a:t> metoda: dva ločena profila upravnih enot: Ljubljana (statistični osamelec, od ostalih se loči po pogostosti in profilu kriminala) ter ostale</a:t>
            </a:r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14E3-8963-334D-848C-E4EE0D7A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4343F5-9AFD-314A-B851-B4B16EF4AB6C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9F5A0B-66B3-574B-8ADF-47E9BEA982E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225E6-F674-D74E-9E6E-25DF3C6A53B1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2387C3-9A8A-9A47-8F63-FDB8F16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D533418-37C8-B143-91FA-663B1D49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9" name="Slika 8">
            <a:extLst>
              <a:ext uri="{FF2B5EF4-FFF2-40B4-BE49-F238E27FC236}">
                <a16:creationId xmlns:a16="http://schemas.microsoft.com/office/drawing/2014/main" id="{E208E5E3-C46E-1B8A-CECF-29834253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075" y="2379286"/>
            <a:ext cx="4009233" cy="238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5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97-45F8-4B43-BA59-BC34FE1B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" y="102394"/>
            <a:ext cx="8945218" cy="410942"/>
          </a:xfrm>
        </p:spPr>
        <p:txBody>
          <a:bodyPr>
            <a:normAutofit/>
          </a:bodyPr>
          <a:lstStyle/>
          <a:p>
            <a:r>
              <a:rPr lang="en-US" sz="1600" b="1" dirty="0" err="1">
                <a:latin typeface="+mn-lt"/>
              </a:rPr>
              <a:t>Dodatna</a:t>
            </a:r>
            <a:r>
              <a:rPr lang="en-US" sz="1600" b="1" dirty="0">
                <a:latin typeface="+mn-lt"/>
              </a:rPr>
              <a:t> </a:t>
            </a:r>
            <a:r>
              <a:rPr lang="en-US" sz="1600" b="1" dirty="0" err="1">
                <a:latin typeface="+mn-lt"/>
              </a:rPr>
              <a:t>prosojnica</a:t>
            </a:r>
            <a:r>
              <a:rPr lang="en-US" sz="1600" b="1" dirty="0">
                <a:latin typeface="+mn-lt"/>
              </a:rPr>
              <a:t> za </a:t>
            </a:r>
            <a:r>
              <a:rPr lang="en-US" sz="1600" b="1" dirty="0" err="1">
                <a:latin typeface="+mn-lt"/>
              </a:rPr>
              <a:t>rezultate</a:t>
            </a:r>
            <a:endParaRPr lang="en-US" sz="1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DCB2-1C93-E142-85FE-F367FBA7E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2" y="513336"/>
            <a:ext cx="8945217" cy="425392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600" dirty="0"/>
              <a:t>Po mesecih enakomerno porazdeljen kriminal, med tednom največ petek, sobota, nedelja. </a:t>
            </a:r>
          </a:p>
          <a:p>
            <a:r>
              <a:rPr lang="sl-SI" sz="1600" dirty="0"/>
              <a:t>Po urah največ (14,7%) med polnočjo in 1, ter med 23. in 24. uro (9,0%)</a:t>
            </a:r>
          </a:p>
          <a:p>
            <a:r>
              <a:rPr lang="sl-SI" sz="1600" dirty="0"/>
              <a:t>Med vrstami kaznivih dejanj prevladujejo premoženjska kazniva dejanja, tatvine in goljufije</a:t>
            </a:r>
          </a:p>
          <a:p>
            <a:r>
              <a:rPr lang="sl-SI" sz="1600" dirty="0"/>
              <a:t>Analiza materialne: asimetrično porazdelitev (mediana = 100EUR), dolg rep visoki vrednosti</a:t>
            </a:r>
            <a:endParaRPr lang="en-US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65B7-6F2E-D145-A02C-A24F07A6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3</a:t>
            </a:fld>
            <a:endParaRPr lang="en-US"/>
          </a:p>
        </p:txBody>
      </p:sp>
      <p:sp>
        <p:nvSpPr>
          <p:cNvPr id="8" name="Date Placeholder 11">
            <a:extLst>
              <a:ext uri="{FF2B5EF4-FFF2-40B4-BE49-F238E27FC236}">
                <a16:creationId xmlns:a16="http://schemas.microsoft.com/office/drawing/2014/main" id="{07C4AC33-717C-454A-96DC-39E4E45F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1E484604-5097-374A-BB61-C5B3CD4C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CC2D8EE0-AE6B-7CF1-74B4-DF7F8A39A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363" y="2019550"/>
            <a:ext cx="4572000" cy="2259061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55B04033-83BC-4E48-964E-0E2BF2E68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46" y="1872338"/>
            <a:ext cx="4202263" cy="275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2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339</Words>
  <Application>Microsoft Office PowerPoint</Application>
  <PresentationFormat>Diaprojekcija na zaslonu (16:9)</PresentationFormat>
  <Paragraphs>38</Paragraphs>
  <Slides>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Kriminal v Sloveniji: Analiza podatkov za leto 2024</vt:lpstr>
      <vt:lpstr>PowerPointova predstavitev</vt:lpstr>
      <vt:lpstr>Dodatna prosojnica za rezultate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 projekta naj bo kratek, informativen in naj povzame bistvo projekta</dc:title>
  <dc:subject/>
  <dc:creator>Klara Pirc Makše</dc:creator>
  <cp:keywords/>
  <dc:description/>
  <cp:lastModifiedBy>klara makse</cp:lastModifiedBy>
  <cp:revision>41</cp:revision>
  <dcterms:created xsi:type="dcterms:W3CDTF">2020-04-03T06:53:29Z</dcterms:created>
  <dcterms:modified xsi:type="dcterms:W3CDTF">2026-04-13T16:16:06Z</dcterms:modified>
  <cp:category/>
</cp:coreProperties>
</file>